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coredxi.com/ax-check?ref=sales-kim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coredxi.com/contact?utm_source=brochure&amp;utm_medium=pdf" TargetMode="External"/><Relationship Id="rId5" Type="http://schemas.openxmlformats.org/officeDocument/2006/relationships/hyperlink" Target="mailto:contact@coredxi.com" TargetMode="External"/><Relationship Id="rId6" Type="http://schemas.openxmlformats.org/officeDocument/2006/relationships/hyperlink" Target="https://www.coredxi.com/ax-check?ref=sales-kim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9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rochure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53312" y="685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CoreDXI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148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· 통신 · 영상음향 시스템 구축 기업을 위한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 AI 도입 · AX 전환 컨설팅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문서 업무부터, 3분 진단으로 시작하는 AI 전환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43434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B6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진단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063240" y="43434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B6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63240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과제 로드맵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03520" y="43434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B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03520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검증 · 확산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577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www.coredxi.com  ·  2026. 09.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이 업계가 겪는 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견적부터 준공 서류까지, 사람 손으로 반복되는 문서 업무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93592" cy="2880360"/>
          </a:xfrm>
          <a:prstGeom prst="roundRect">
            <a:avLst>
              <a:gd name="adj" fmla="val 3175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842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· 견적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RFP가 올 때마다 지난 제안서를 뒤져 처음부터 다시 씁니다. 견적 근거는 담당자 머릿속에만 있습니다.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79392" y="1554480"/>
            <a:ext cx="3593592" cy="2880360"/>
          </a:xfrm>
          <a:prstGeom prst="roundRect">
            <a:avLst>
              <a:gd name="adj" fmla="val 3175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828800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842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3712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· 준공 서류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30632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시방서 · 도면 · 준공 도서를 사람이 하나씩 정리하고, 형식은 프로젝트마다 다릅니다.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55864" y="1554480"/>
            <a:ext cx="3593592" cy="2880360"/>
          </a:xfrm>
          <a:prstGeom prst="roundRect">
            <a:avLst>
              <a:gd name="adj" fmla="val 3175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0184" y="1828800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9842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0184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· 문의 응대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30184" y="30632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질문에 매번 같은 답을 찾아 보냅니다. 처리 이력은 카톡과 메일에 흩어져 있습니다.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4754880"/>
            <a:ext cx="11155680" cy="1325880"/>
          </a:xfrm>
          <a:prstGeom prst="roundRect">
            <a:avLst>
              <a:gd name="adj" fmla="val 6897"/>
            </a:avLst>
          </a:prstGeom>
          <a:solidFill>
            <a:srgbClr val="1E4E8C"/>
          </a:solidFill>
          <a:ln w="9525">
            <a:solidFill>
              <a:srgbClr val="1E4E8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4892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도구입니다. 문제는 업무 흐름입니다.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업무에 AI를 넣어야 효과가 나는지, 무엇을 먼저 해야 하는지부터 함께 찾습니다. 도구 도입이 아니라 일하는 방식이 바뀌는 것이 목표입니다.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AX 전환 컨설팅 소개서 · v1 · 2026.09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하는 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4단계로 진행하는 AX 전환 컨설팅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83080"/>
            <a:ext cx="475488" cy="47548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783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진단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39572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흐름 인터뷰와 자료 확인으로 AI를 적용할 후보 업무를 찾습니다.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5204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받는 것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요약서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할 일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 1회, 샘플 자료 제공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3063240"/>
            <a:ext cx="146304" cy="274320"/>
          </a:xfrm>
          <a:prstGeom prst="rightArrow">
            <a:avLst/>
          </a:prstGeom>
          <a:solidFill>
            <a:srgbClr val="B9C7E4"/>
          </a:solidFill>
          <a:ln w="12700">
            <a:solidFill>
              <a:srgbClr val="B9C7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5544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3592" y="1783080"/>
            <a:ext cx="475488" cy="47548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9359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78808" y="1783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 수립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239572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효과와 난이도를 기준으로 우선 과제를 정하고 단계별 계획을 세웁니다.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5204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받는 것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과제 로드맵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할 일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협의 1회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07608" y="3063240"/>
            <a:ext cx="146304" cy="274320"/>
          </a:xfrm>
          <a:prstGeom prst="rightArrow">
            <a:avLst/>
          </a:prstGeom>
          <a:solidFill>
            <a:srgbClr val="B9C7E4"/>
          </a:solidFill>
          <a:ln w="12700">
            <a:solidFill>
              <a:srgbClr val="B9C7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5544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DCE6F6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8232" y="1783080"/>
            <a:ext cx="475488" cy="47548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2823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1783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검증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239572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자료로 소규모 검증을 진행합니다. 통상 M+1 ~ M+2.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35204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받는 것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결과 보고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할 일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담당자 1명 지정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42248" y="3063240"/>
            <a:ext cx="146304" cy="274320"/>
          </a:xfrm>
          <a:prstGeom prst="rightArrow">
            <a:avLst/>
          </a:prstGeom>
          <a:solidFill>
            <a:srgbClr val="B9C7E4"/>
          </a:solidFill>
          <a:ln w="12700">
            <a:solidFill>
              <a:srgbClr val="B9C7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15544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2872" y="1783080"/>
            <a:ext cx="475488" cy="47548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6287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848088" y="1783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· 정착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262872" y="239572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것을 팀 전체로 넓히고, 운영 방법을 문서와 교육으로 남깁니다.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262872" y="35204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받는 것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가이드 · 교육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할 일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확산 리더 지정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12064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30952"/>
            <a:ext cx="310896" cy="310896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161288" y="5230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과장 없이, 근거 중심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161288" y="552297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효과는 검증 후에 말합니다. 되는 것과 안 되는 것을 구분해 드립니다.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279392" y="512064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5330952"/>
            <a:ext cx="310896" cy="310896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4937760" y="5230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사내 원칙 우선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4937760" y="552297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자료는 진단 · 검증 범위 안에서만 쓰고, 보안 요건에 맞는 도구 구성을 전제로 합니다.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8055864" y="512064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5330952"/>
            <a:ext cx="310896" cy="310896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8714232" y="5230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검증하고 넓힙니다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8714232" y="552297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전사 도입이 아니라, 한 업무에서 효과를 확인한 뒤 확산합니다.</a:t>
            </a:r>
            <a:endParaRPr lang="en-US" sz="950" dirty="0"/>
          </a:p>
        </p:txBody>
      </p:sp>
      <p:sp>
        <p:nvSpPr>
          <p:cNvPr id="43" name="Text 38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AX 전환 컨설팅 소개서 · v1 · 2026.09</a:t>
            </a:r>
            <a:endParaRPr lang="en-US" sz="850" dirty="0"/>
          </a:p>
        </p:txBody>
      </p:sp>
      <p:sp>
        <p:nvSpPr>
          <p:cNvPr id="44" name="Text 39"/>
          <p:cNvSpPr txBox="1"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3분이면 시작됩니다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체크 — 3분 진단으로 "우선 과제 3가지"를 받아보세요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56232"/>
            <a:ext cx="566928" cy="56692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922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링크를 엽니다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3969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 · 카톡 · 메일로 받은 링크를 폰에서 바로 엽니다.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60704" y="2468880"/>
            <a:ext cx="0" cy="365760"/>
          </a:xfrm>
          <a:prstGeom prst="line">
            <a:avLst/>
          </a:prstGeom>
          <a:noFill/>
          <a:ln w="19050">
            <a:solidFill>
              <a:srgbClr val="B9C7E4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777240" y="2880360"/>
            <a:ext cx="566928" cy="56692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75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8163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8문항을 고릅니다 (3분)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1638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선택형입니다. 타이핑할 것이 없습니다.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060704" y="3493008"/>
            <a:ext cx="0" cy="365760"/>
          </a:xfrm>
          <a:prstGeom prst="line">
            <a:avLst/>
          </a:prstGeom>
          <a:noFill/>
          <a:ln w="19050">
            <a:solidFill>
              <a:srgbClr val="B9C7E4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777240" y="3904488"/>
            <a:ext cx="566928" cy="56692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4164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8404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바로 받습니다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187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"AX 우선 과제 3가지"를 즉시 보고, 상세본은 메일로 받습니다.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846320" y="1828800"/>
            <a:ext cx="2194560" cy="27889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20" name="Image 3" descr="/home/claude/brochure/assets/qr-ax-check-sales-k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65960"/>
            <a:ext cx="1828800" cy="1828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8463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카메라로 스캔</a:t>
            </a:r>
            <a:endParaRPr lang="en-US" sz="1000" dirty="0"/>
          </a:p>
        </p:txBody>
      </p:sp>
      <p:sp>
        <p:nvSpPr>
          <p:cNvPr id="22" name="Text 16">
            <a:hlinkClick r:id="rId5" tooltip=""/>
          </p:cNvPr>
          <p:cNvSpPr txBox="1"/>
          <p:nvPr/>
        </p:nvSpPr>
        <p:spPr>
          <a:xfrm>
            <a:off x="484632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coredxi.com/ax-check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937760"/>
            <a:ext cx="6263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진단은 무료입니다. 입력하신 정보는 진단 결과 안내와 상담 연락 외의 목적으로 쓰지 않습니다.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758952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589520" y="1938528"/>
            <a:ext cx="409651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818120" y="2066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비용은 얼마인가요?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818120" y="23957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진단과 첫 상담은 무료입니다. 컨설팅 범위와 비용은 진단 결과를 보고 함께 정합니다.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589520" y="3383280"/>
            <a:ext cx="409651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818120" y="3511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우리처럼 작은 회사도 되나요?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7818120" y="3840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수십 명 규모의 시스템 구축 기업이 주 대상입니다. 반복되는 문서 업무가 있다면 규모와 상관없이 효과를 볼 수 있습니다.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589520" y="4828032"/>
            <a:ext cx="409651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818120" y="4956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보안은 괜찮은가요?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7818120" y="52852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자료는 진단 · 검증 범위에서만 사용합니다. 외부 학습에 쓰이지 않는 도구 구성을 원칙으로 하며, 사내 보안 요건을 먼저 확인합니다.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AX 전환 컨설팅 소개서 · v1 · 2026.09</a:t>
            </a:r>
            <a:endParaRPr lang="en-US" sz="850" dirty="0"/>
          </a:p>
        </p:txBody>
      </p:sp>
      <p:sp>
        <p:nvSpPr>
          <p:cNvPr id="35" name="Text 29"/>
          <p:cNvSpPr txBox="1"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CoreDXI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비즈니스의 핵심(Core)을 AI로 깨웁니다</a:t>
            </a:r>
            <a:endParaRPr lang="en-US" sz="2600" dirty="0"/>
          </a:p>
        </p:txBody>
      </p:sp>
      <p:pic>
        <p:nvPicPr>
          <p:cNvPr id="4" name="Image 0" descr="/home/claude/brochur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36576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27080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8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CoreDXI</a:t>
            </a:r>
            <a:endParaRPr lang="en-US" sz="1428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(주)코어디엑스아이는 기업의 실제 문제에서 출발해, AI를 조직에 맞게 설계하고 측정 가능한 성과로 연결하는 AX 전환 파트너입니다.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194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560320"/>
            <a:ext cx="3611880" cy="1024128"/>
          </a:xfrm>
          <a:prstGeom prst="roundRect">
            <a:avLst>
              <a:gd name="adj" fmla="val 8929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79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단순함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9809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AI 기술을 누구나 쓸 수 있는 형태로. 복잡성은 우리가 맡습니다.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3730752"/>
            <a:ext cx="3611880" cy="1024128"/>
          </a:xfrm>
          <a:prstGeom prst="roundRect">
            <a:avLst>
              <a:gd name="adj" fmla="val 8929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849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견고함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1513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트렌드가 아닌 지속 가능성을 설계합니다. 도입 후 운영까지 함께합니다.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4901184"/>
            <a:ext cx="3611880" cy="1024128"/>
          </a:xfrm>
          <a:prstGeom prst="roundRect">
            <a:avLst>
              <a:gd name="adj" fmla="val 8929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50200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투명함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3218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ROI · 진행 상황 · 리스크를 숨기지 않습니다. 데이터로 솔직하게 말합니다.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343400" y="2194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곳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43400" y="2560320"/>
            <a:ext cx="3474720" cy="3364992"/>
          </a:xfrm>
          <a:prstGeom prst="roundRect">
            <a:avLst>
              <a:gd name="adj" fmla="val 2717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78892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617720" y="324612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서비스 A사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전략 수립 컨설팅 (2026)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인터뷰로 공통 병목을 찾고, AI 적용 과제의 우선순위와 단계별 추진 로드맵을 수립했습니다. 보안 제약을 전제로 한 도입 구도와 추진 체계까지 함께 설계했습니다.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617720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고객사 보호를 위해 익명으로 표기합니다.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8046720" y="1371600"/>
            <a:ext cx="3639312" cy="4553712"/>
          </a:xfrm>
          <a:prstGeom prst="roundRect">
            <a:avLst>
              <a:gd name="adj" fmla="val 2513"/>
            </a:avLst>
          </a:prstGeom>
          <a:solidFill>
            <a:srgbClr val="1E4E8C"/>
          </a:solidFill>
          <a:ln w="9525">
            <a:solidFill>
              <a:srgbClr val="1E4E8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문의하기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8321040" y="2011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문의 페이지에 남겨 주시면 영업일 기준 1~2일 내 담당자가 연락드립니다.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869680" y="27889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2" descr="/home/claude/brochure/assets/qr-contact-broch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880360"/>
            <a:ext cx="1828800" cy="1828800"/>
          </a:xfrm>
          <a:prstGeom prst="rect">
            <a:avLst/>
          </a:prstGeom>
        </p:spPr>
      </p:pic>
      <p:sp>
        <p:nvSpPr>
          <p:cNvPr id="27" name="Text 22">
            <a:hlinkClick r:id="rId4" tooltip=""/>
          </p:cNvPr>
          <p:cNvSpPr txBox="1"/>
          <p:nvPr/>
        </p:nvSpPr>
        <p:spPr>
          <a:xfrm>
            <a:off x="8321040" y="4919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www.coredxi.com/contact</a:t>
            </a:r>
            <a:endParaRPr lang="en-US" sz="1250" dirty="0"/>
          </a:p>
        </p:txBody>
      </p:sp>
      <p:sp>
        <p:nvSpPr>
          <p:cNvPr id="28" name="Text 23">
            <a:hlinkClick r:id="rId5" tooltip=""/>
          </p:cNvPr>
          <p:cNvSpPr txBox="1"/>
          <p:nvPr/>
        </p:nvSpPr>
        <p:spPr>
          <a:xfrm>
            <a:off x="8321040" y="52395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contact@coredxi.com</a:t>
            </a:r>
            <a:endParaRPr lang="en-US" sz="1100" dirty="0"/>
          </a:p>
        </p:txBody>
      </p:sp>
      <p:sp>
        <p:nvSpPr>
          <p:cNvPr id="29" name="Text 24">
            <a:hlinkClick r:id="rId6" tooltip=""/>
          </p:cNvPr>
          <p:cNvSpPr txBox="1"/>
          <p:nvPr/>
        </p:nvSpPr>
        <p:spPr>
          <a:xfrm>
            <a:off x="8321040" y="5559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u="sng" dirty="0">
                <a:solidFill>
                  <a:srgbClr val="9FB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3분 진단 먼저 해보기 →  coredxi.com/ax-check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AX 전환 컨설팅 소개서 · v1 · 2026.09</a:t>
            </a:r>
            <a:endParaRPr lang="en-US" sz="850" dirty="0"/>
          </a:p>
        </p:txBody>
      </p:sp>
      <p:sp>
        <p:nvSpPr>
          <p:cNvPr id="31" name="Text 26"/>
          <p:cNvSpPr txBox="1"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(주)코어디엑스아이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CoreDXI AX 전환 컨설팅 소개서</dc:title>
  <dc:subject>중소기업 AI 도입·AX 전환 컨설팅</dc:subject>
  <dc:creator>(주)코어디엑스아이</dc:creator>
  <cp:lastModifiedBy>(주)코어디엑스아이</cp:lastModifiedBy>
  <cp:revision>1</cp:revision>
  <dcterms:created xsi:type="dcterms:W3CDTF">2026-08-30T13:13:06Z</dcterms:created>
  <dcterms:modified xsi:type="dcterms:W3CDTF">2026-08-30T13:13:06Z</dcterms:modified>
</cp:coreProperties>
</file>