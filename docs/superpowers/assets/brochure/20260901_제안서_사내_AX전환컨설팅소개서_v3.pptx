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coredxi.com/contact?utm_source=brochure&amp;utm_medium=pdf" TargetMode="External"/><Relationship Id="rId5" Type="http://schemas.openxmlformats.org/officeDocument/2006/relationships/hyperlink" Target="mailto:contact@coredxi.com" TargetMode="External"/><Relationship Id="rId6" Type="http://schemas.openxmlformats.org/officeDocument/2006/relationships/hyperlink" Target="https://www.coredxi.com/ax-check?ref=sales-kim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9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rochure/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53312" y="685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7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· 통신 · 영상음향 시스템 구축 기업을 위한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AI 도입 · AX 전환 컨설팅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문서 업무부터, 3분 진단으로 시작하는 AI 전환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06324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6324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0" y="43434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9FB6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4343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 · 확산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577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www.coredxi.com  ·  2026. 09.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업계가 겪는 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대표님, 나라장터 입찰 서류 챙기고 준공 도서 만드느라 직원들 밤새죠?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93592" cy="214884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470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· 내역서 · 투찰 서류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6148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나라장터 투찰 서류와 견적 · 내역서를 매번 처음부터 다시 만듭니다.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79392" y="1417320"/>
            <a:ext cx="3593592" cy="214884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69164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준공 도서 · 검수 서류 · 사진첩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76148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준공 도서 · 검수 서류 · 사진첩을 사람이 하나씩 정리하고, 형식은 현장마다 다릅니다.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55864" y="1417320"/>
            <a:ext cx="3593592" cy="2148840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0184" y="1691640"/>
            <a:ext cx="640080" cy="640080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8470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하자보수 · 월정기 점검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761488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A/S · 점검 보고서를 매번 새로 쓰고, 이력은 카톡과 메일에 흩어져 있습니다.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2920" y="4864608"/>
            <a:ext cx="11155680" cy="1325880"/>
          </a:xfrm>
          <a:prstGeom prst="roundRect">
            <a:avLst>
              <a:gd name="adj" fmla="val 6897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500176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반복 서류 업무, AI 도입 기업은 작성 시간을 30~50% 줄이고 있습니다.
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도입 사례 기준이며, 효과는 업무·데이터 상황에 따라 다릅니다. 어떤 업무부터 시작해야 효과가 나는지, 진단으로 함께 찾습니다.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v3 · 2026.09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900" dirty="0"/>
          </a:p>
        </p:txBody>
      </p:sp>
      <p:sp>
        <p:nvSpPr>
          <p:cNvPr id="901" name="ExtraCard901"/>
          <p:cNvSpPr/>
          <p:nvPr/>
        </p:nvSpPr>
        <p:spPr>
          <a:xfrm>
            <a:off x="502920" y="3730752"/>
            <a:ext cx="5486400" cy="896112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02" name="ExtraText902"/>
          <p:cNvSpPr txBox="1"/>
          <p:nvPr/>
        </p:nvSpPr>
        <p:spPr>
          <a:xfrm>
            <a:off x="777240" y="3840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어디서부터 시작해야 할지 막막합니다</a:t>
            </a:r>
            <a:endParaRPr lang="en-US" sz="1500" dirty="0"/>
          </a:p>
        </p:txBody>
      </p:sp>
      <p:sp>
        <p:nvSpPr>
          <p:cNvPr id="903" name="ExtraText903"/>
          <p:cNvSpPr txBox="1"/>
          <p:nvPr/>
        </p:nvSpPr>
        <p:spPr>
          <a:xfrm>
            <a:off x="777240" y="4160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많은데, 우리 업무 어디에 AI를 써야 효과가 날지 첫 발이 안 보입니다.</a:t>
            </a:r>
            <a:endParaRPr lang="en-US" sz="1150" dirty="0"/>
          </a:p>
        </p:txBody>
      </p:sp>
      <p:sp>
        <p:nvSpPr>
          <p:cNvPr id="904" name="ExtraCard904"/>
          <p:cNvSpPr/>
          <p:nvPr/>
        </p:nvSpPr>
        <p:spPr>
          <a:xfrm>
            <a:off x="6172200" y="3730752"/>
            <a:ext cx="5486400" cy="896112"/>
          </a:xfrm>
          <a:prstGeom prst="roundRect">
            <a:avLst>
              <a:gd name="adj" fmla="val 3175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05" name="ExtraText905"/>
          <p:cNvSpPr txBox="1"/>
          <p:nvPr/>
        </p:nvSpPr>
        <p:spPr>
          <a:xfrm>
            <a:off x="6446520" y="3840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노하우가 사람에게만 쌓입니다</a:t>
            </a:r>
            <a:endParaRPr lang="en-US" sz="1500" dirty="0"/>
          </a:p>
        </p:txBody>
      </p:sp>
      <p:sp>
        <p:nvSpPr>
          <p:cNvPr id="906" name="ExtraText906"/>
          <p:cNvSpPr txBox="1"/>
          <p:nvPr/>
        </p:nvSpPr>
        <p:spPr>
          <a:xfrm>
            <a:off x="6446520" y="4160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근거 · 현장 이력이 담당자 PC에만 있어, 사람이 바뀌면 사라집니다.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하는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4단계로 진행하는 AX 전환 컨설팅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 인터뷰와 자료 확인으로 AI를 적용할 후보 업무를 찾습니다.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요약서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1회, 샘플 자료 제공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359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9359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7880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로드맵 수립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효과와 난이도를 기준으로 우선 과제를 정하고 단계별 계획을 세웁니다.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 과제 로드맵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협의 1회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0760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DCE6F6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검증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2823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업무 자료로 소규모 검증을 진행합니다. 통상 M+1 ~ M+2.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결과 보고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담당자 1명 지정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42248" y="3063240"/>
            <a:ext cx="146304" cy="274320"/>
          </a:xfrm>
          <a:prstGeom prst="rightArrow">
            <a:avLst/>
          </a:prstGeom>
          <a:solidFill>
            <a:srgbClr val="B9C7E4"/>
          </a:solidFill>
          <a:ln w="12700">
            <a:solidFill>
              <a:srgbClr val="B9C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15544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1783080"/>
            <a:ext cx="475488" cy="47548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6287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848088" y="17830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 · 정착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62872" y="2395728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것을 팀 전체로 넓히고, 운영 방법을 문서와 교육으로 남깁니다.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262872" y="352044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받는 것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가이드 · 교육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귀사가 할 일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확산 리더 지정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30952"/>
            <a:ext cx="310896" cy="310896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161288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과장 없이, 근거 중심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161288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효과는 검증 후에 말합니다. 되는 것과 안 되는 것을 구분해 드립니다.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279392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5330952"/>
            <a:ext cx="310896" cy="310896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4937760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사내 원칙 우선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4937760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 안에서만 쓰고, 보안 요건에 맞는 도구 구성을 전제로 합니다.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8055864" y="5120640"/>
            <a:ext cx="35935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5330952"/>
            <a:ext cx="310896" cy="310896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8714232" y="5230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검증하고 넓힙니다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8714232" y="5522976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전사 도입이 아니라, 한 업무에서 효과를 확인한 뒤 확산합니다.</a:t>
            </a:r>
            <a:endParaRPr lang="en-US" sz="950" dirty="0"/>
          </a:p>
        </p:txBody>
      </p:sp>
      <p:sp>
        <p:nvSpPr>
          <p:cNvPr id="43" name="Text 3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v3 · 2026.09</a:t>
            </a:r>
            <a:endParaRPr lang="en-US" sz="850" dirty="0"/>
          </a:p>
        </p:txBody>
      </p:sp>
      <p:sp>
        <p:nvSpPr>
          <p:cNvPr id="44" name="Text 3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3분이면 시작됩니다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체크 — 3분 진단으로 "우선 과제 3가지"를 받아보세요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93392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922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링크를 엽니다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3969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카톡 · 문자로 받은 링크를 폰에서 바로 탭 하면 끝.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60704" y="2468880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77240" y="2880360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8163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8문항을 고릅니다 (3분)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16382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고르기만 하면 됩니다. 타이핑 없음!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060704" y="3493008"/>
            <a:ext cx="0" cy="365760"/>
          </a:xfrm>
          <a:prstGeom prst="line">
            <a:avLst/>
          </a:prstGeom>
          <a:noFill/>
          <a:ln w="19050">
            <a:solidFill>
              <a:srgbClr val="B9C7E4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777240" y="3904488"/>
            <a:ext cx="566928" cy="566928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4164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840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결과를 바로 받습니다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418795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"우선 과제 3가지" 즉시 확인, 상세본은 📩 메일로.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46320" y="1828800"/>
            <a:ext cx="2194560" cy="27889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20" name="Image 3" descr="/home/claude/brochure/assets/qr-ax-check-sales-k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5960"/>
            <a:ext cx="1828800" cy="18288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카메라로 스캔</a:t>
            </a:r>
            <a:endParaRPr lang="en-US" sz="1000" dirty="0"/>
          </a:p>
        </p:txBody>
      </p:sp>
      <p:sp>
        <p:nvSpPr>
          <p:cNvPr id="22" name="Text 16">
            <a:hlinkClick r:id="rId5" tooltip=""/>
          </p:cNvPr>
          <p:cNvSpPr txBox="1"/>
          <p:nvPr/>
        </p:nvSpPr>
        <p:spPr>
          <a:xfrm>
            <a:off x="48463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coredxi.com/ax-check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937760"/>
            <a:ext cx="6263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진단은 무료입니다. 입력하신 정보는 진단 결과 안내와 상담 연락 외의 목적으로 쓰지 않습니다.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589520" y="1938528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81812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Q. 비용은 얼마인가요?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818120" y="239572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진단과 첫 상담은 무료입니다. 컨설팅 범위와 비용은 진단 결과를 보고 함께 정합니다.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7589520" y="3383280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818120" y="35112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Q. 우리처럼 작은 회사도 되나요?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781812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수십 명 규모의 시스템 구축 기업이 주 대상입니다. 반복되는 문서 업무가 있다면 규모와 상관없이 효과를 볼 수 있습니다.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589520" y="4828032"/>
            <a:ext cx="4096512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818120" y="4956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Q. 보안은 괜찮은가요?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7818120" y="5285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자료는 진단 · 검증 범위에서만 사용합니다. 외부 학습에 쓰이지 않는 도구 구성을 원칙으로 하며, 사내 보안 요건을 먼저 확인합니다.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v3 · 2026.09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비즈니스의 핵심(Core)을 AI로 깨웁니다</a:t>
            </a:r>
            <a:endParaRPr lang="en-US" sz="2600" dirty="0"/>
          </a:p>
        </p:txBody>
      </p:sp>
      <p:pic>
        <p:nvPicPr>
          <p:cNvPr id="4" name="Image 0" descr="/home/claude/brochure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3657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27080" y="365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8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CoreDXI</a:t>
            </a:r>
            <a:endParaRPr lang="en-US" sz="1428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IT 대기업 20년 현장 경력 — 시스템 구축 · 운영 · 고객 프로젝트를 직접 해 본 사람이, AI를 귀사 업무에 맞게 설계하는 고객 맞춤형 컨설팅으로 성과를 만듭니다.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CoreDXI인가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560320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79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 대기업 20년 현장 경력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9809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· 운영 · 고객 프로젝트를 직접 해 본 사람이 컨설팅합니다. "기술을 파는 사람"이 아니라 "귀사 일을 아는 사람"입니다.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" y="3730752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849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맞춤형 AI 전략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솔루션이 아니라, 귀사 업무와 데이터에 맞춘 과제 · 로드맵을 설계합니다. 효과는 귀사 숫자로 보여드립니다.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4901184"/>
            <a:ext cx="3611880" cy="1024128"/>
          </a:xfrm>
          <a:prstGeom prst="roundRect">
            <a:avLst>
              <a:gd name="adj" fmla="val 8929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0200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성과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21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검증해 숫자로 확인한 뒤 넓힙니다. ROI · 진행 상황 · 리스크를 숨기지 않습니다.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343400" y="2194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6F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함께한 곳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43400" y="2560320"/>
            <a:ext cx="3474720" cy="3364992"/>
          </a:xfrm>
          <a:prstGeom prst="roundRect">
            <a:avLst>
              <a:gd name="adj" fmla="val 2717"/>
            </a:avLst>
          </a:prstGeom>
          <a:solidFill>
            <a:srgbClr val="EDF2F9"/>
          </a:solidFill>
          <a:ln w="9525">
            <a:solidFill>
              <a:srgbClr val="DDE3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889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617720" y="324612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4E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IT 서비스 A사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 수립 컨설팅 (2026)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인터뷰로 공통 병목을 찾고, AI 적용 과제의 우선순위와 단계별 추진 로드맵을 수립했습니다. 보안 제약을 전제로 한 도입 구도와 추진 체계까지 함께 설계했습니다.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617720" y="5577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고객사 보호를 위해 익명으로 표기합니다.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8046720" y="1371600"/>
            <a:ext cx="3639312" cy="4553712"/>
          </a:xfrm>
          <a:prstGeom prst="roundRect">
            <a:avLst>
              <a:gd name="adj" fmla="val 2513"/>
            </a:avLst>
          </a:prstGeom>
          <a:solidFill>
            <a:srgbClr val="1E4E8C"/>
          </a:solidFill>
          <a:ln w="9525">
            <a:solidFill>
              <a:srgbClr val="1E4E8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문의하기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8321040" y="20116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문의 페이지에 남겨 주시면 영업일 기준 1~2일 내 담당자가 연락드립니다.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869680" y="278892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6" name="Image 2" descr="/home/claude/brochure/assets/qr-contact-broch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880360"/>
            <a:ext cx="1828800" cy="1828800"/>
          </a:xfrm>
          <a:prstGeom prst="rect">
            <a:avLst/>
          </a:prstGeom>
        </p:spPr>
      </p:pic>
      <p:sp>
        <p:nvSpPr>
          <p:cNvPr id="27" name="Text 22">
            <a:hlinkClick r:id="rId4" tooltip=""/>
          </p:cNvPr>
          <p:cNvSpPr txBox="1"/>
          <p:nvPr/>
        </p:nvSpPr>
        <p:spPr>
          <a:xfrm>
            <a:off x="832104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www.coredxi.com/contact</a:t>
            </a:r>
            <a:endParaRPr lang="en-US" sz="1250" dirty="0"/>
          </a:p>
        </p:txBody>
      </p:sp>
      <p:sp>
        <p:nvSpPr>
          <p:cNvPr id="28" name="Text 23">
            <a:hlinkClick r:id="rId5" tooltip=""/>
          </p:cNvPr>
          <p:cNvSpPr txBox="1"/>
          <p:nvPr/>
        </p:nvSpPr>
        <p:spPr>
          <a:xfrm>
            <a:off x="8321040" y="5239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contact@coredxi.com</a:t>
            </a:r>
            <a:endParaRPr lang="en-US" sz="1100" dirty="0"/>
          </a:p>
        </p:txBody>
      </p:sp>
      <p:sp>
        <p:nvSpPr>
          <p:cNvPr id="29" name="Text 24">
            <a:hlinkClick r:id="rId6" tooltip=""/>
          </p:cNvPr>
          <p:cNvSpPr txBox="1"/>
          <p:nvPr/>
        </p:nvSpPr>
        <p:spPr>
          <a:xfrm>
            <a:off x="8321040" y="5559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u="sng" dirty="0">
                <a:solidFill>
                  <a:srgbClr val="9FB6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3분 진단 먼저 해보기 →  coredxi.com/ax-check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(주)코어디엑스아이 · AX 전환 컨설팅 소개서 · v3 · 2026.09</a:t>
            </a:r>
            <a:endParaRPr lang="en-US" sz="850" dirty="0"/>
          </a:p>
        </p:txBody>
      </p:sp>
      <p:sp>
        <p:nvSpPr>
          <p:cNvPr id="31" name="Text 26"/>
          <p:cNvSpPr txBox="1"/>
          <p:nvPr/>
        </p:nvSpPr>
        <p:spPr>
          <a:xfrm>
            <a:off x="10972800" y="647395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(주)코어디엑스아이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CoreDXI AX 전환 컨설팅 소개서</dc:title>
  <dc:subject>중소기업 AI 도입·AX 전환 컨설팅</dc:subject>
  <dc:creator>(주)코어디엑스아이</dc:creator>
  <cp:lastModifiedBy>(주)코어디엑스아이</cp:lastModifiedBy>
  <cp:revision>1</cp:revision>
  <dcterms:created xsi:type="dcterms:W3CDTF">2026-08-30T13:13:06Z</dcterms:created>
  <dcterms:modified xsi:type="dcterms:W3CDTF">2026-08-30T13:13:06Z</dcterms:modified>
</cp:coreProperties>
</file>